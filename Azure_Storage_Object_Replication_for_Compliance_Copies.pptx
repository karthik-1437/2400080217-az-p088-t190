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5676" y="1097280"/>
            <a:ext cx="868160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rPr lang="en-IN" dirty="0" smtClean="0"/>
              <a:t>P088 :</a:t>
            </a:r>
            <a:r>
              <a:rPr dirty="0" smtClean="0"/>
              <a:t>AZURE </a:t>
            </a:r>
            <a:r>
              <a:rPr dirty="0"/>
              <a:t>STORAGE OBJECT REPLICATION</a:t>
            </a:r>
          </a:p>
          <a:p>
            <a:pPr algn="ctr">
              <a:defRPr sz="3000" b="1"/>
            </a:pPr>
            <a:r>
              <a:rPr dirty="0"/>
              <a:t>FOR COMPLIANCE COPIES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880360"/>
            <a:ext cx="9784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Cloud-based replication of important audit and compliance data</a:t>
            </a:r>
          </a:p>
          <a:p>
            <a:pPr algn="ctr">
              <a:defRPr sz="2000"/>
            </a:pPr>
            <a:r>
              <a:t>Using Azure Storage Object Replication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4880" y="1076960"/>
            <a:ext cx="5486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TEAM NUMBERS :T190</a:t>
            </a:r>
          </a:p>
          <a:p>
            <a:r>
              <a:rPr lang="en-IN" dirty="0" smtClean="0"/>
              <a:t>TEAM MEMBERS :</a:t>
            </a:r>
            <a:endParaRPr lang="en-IN" sz="3200" dirty="0" smtClean="0"/>
          </a:p>
          <a:p>
            <a:endParaRPr lang="en-IN" dirty="0" smtClean="0"/>
          </a:p>
          <a:p>
            <a:r>
              <a:rPr lang="en-IN" dirty="0" smtClean="0"/>
              <a:t>Team leader :(2400080217)  ULLENDULA KARTHIK</a:t>
            </a:r>
          </a:p>
          <a:p>
            <a:r>
              <a:rPr lang="en-IN" dirty="0" smtClean="0"/>
              <a:t>Name : (2400080235) </a:t>
            </a:r>
            <a:r>
              <a:rPr lang="en-IN" dirty="0" err="1" smtClean="0"/>
              <a:t>K.Aasin</a:t>
            </a:r>
            <a:r>
              <a:rPr lang="en-IN" dirty="0" smtClean="0"/>
              <a:t> </a:t>
            </a:r>
            <a:r>
              <a:rPr lang="en-IN" dirty="0" err="1" smtClean="0"/>
              <a:t>Madhulika</a:t>
            </a:r>
            <a:r>
              <a:rPr lang="en-IN" dirty="0" smtClean="0"/>
              <a:t> Reddy</a:t>
            </a:r>
          </a:p>
          <a:p>
            <a:r>
              <a:rPr lang="en-IN" dirty="0" smtClean="0"/>
              <a:t>Name: (2400080240) </a:t>
            </a:r>
            <a:r>
              <a:rPr lang="en-IN" dirty="0" err="1" smtClean="0"/>
              <a:t>S.Niketha</a:t>
            </a:r>
            <a:endParaRPr lang="en-IN" dirty="0" smtClean="0"/>
          </a:p>
          <a:p>
            <a:r>
              <a:rPr lang="en-IN" dirty="0" smtClean="0"/>
              <a:t>Name</a:t>
            </a:r>
            <a:r>
              <a:rPr lang="en-IN" dirty="0" smtClean="0">
                <a:sym typeface="Wingdings" panose="05000000000000000000" pitchFamily="2" charset="2"/>
              </a:rPr>
              <a:t>: (2400080242) </a:t>
            </a:r>
            <a:r>
              <a:rPr lang="en-IN" dirty="0" err="1" smtClean="0">
                <a:sym typeface="Wingdings" panose="05000000000000000000" pitchFamily="2" charset="2"/>
              </a:rPr>
              <a:t>Y.Satya</a:t>
            </a:r>
            <a:r>
              <a:rPr lang="en-IN" dirty="0" smtClean="0">
                <a:sym typeface="Wingdings" panose="05000000000000000000" pitchFamily="2" charset="2"/>
              </a:rPr>
              <a:t> </a:t>
            </a:r>
            <a:r>
              <a:rPr lang="en-IN" dirty="0" err="1" smtClean="0">
                <a:sym typeface="Wingdings" panose="05000000000000000000" pitchFamily="2" charset="2"/>
              </a:rPr>
              <a:t>Nagalakshmi</a:t>
            </a:r>
            <a:r>
              <a:rPr lang="en-IN" dirty="0" smtClean="0">
                <a:sym typeface="Wingdings" panose="05000000000000000000" pitchFamily="2" charset="2"/>
              </a:rPr>
              <a:t> </a:t>
            </a:r>
            <a:r>
              <a:rPr lang="en-IN" dirty="0" err="1" smtClean="0">
                <a:sym typeface="Wingdings" panose="05000000000000000000" pitchFamily="2" charset="2"/>
              </a:rPr>
              <a:t>Srihitha</a:t>
            </a:r>
            <a:r>
              <a:rPr lang="en-IN" dirty="0" smtClean="0">
                <a:sym typeface="Wingdings" panose="05000000000000000000" pitchFamily="2" charset="2"/>
              </a:rPr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800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 &amp; 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Problem Statement</a:t>
            </a:r>
          </a:p>
          <a:p>
            <a:pPr lvl="1">
              <a:spcAft>
                <a:spcPts val="900"/>
              </a:spcAft>
              <a:defRPr sz="1500"/>
            </a:pPr>
            <a:r>
              <a:t>Companies require a proper means of ensuring that audit files and records are protected from failures.</a:t>
            </a:r>
          </a:p>
          <a:p>
            <a:pPr lvl="1">
              <a:spcAft>
                <a:spcPts val="900"/>
              </a:spcAft>
              <a:defRPr sz="1500"/>
            </a:pPr>
            <a:r>
              <a:t>Storing all data together creates a risk because hardware problems or outages can affect data accessibility.</a:t>
            </a:r>
          </a:p>
          <a:p>
            <a:pPr lvl="1">
              <a:spcAft>
                <a:spcPts val="900"/>
              </a:spcAft>
              <a:defRPr sz="1500"/>
            </a:pPr>
            <a:r>
              <a:t>Manual backup creation is difficult when dealing with huge volumes of data.</a:t>
            </a:r>
          </a:p>
          <a:p>
            <a:pPr lvl="1">
              <a:spcAft>
                <a:spcPts val="900"/>
              </a:spcAft>
              <a:defRPr sz="1500"/>
            </a:pPr>
            <a:r>
              <a:t>This project applies Azure Storage Object Replication to create backup copies in a secondary region.</a:t>
            </a:r>
          </a:p>
          <a:p>
            <a:pPr>
              <a:spcAft>
                <a:spcPts val="900"/>
              </a:spcAft>
              <a:defRPr sz="1700"/>
            </a:pPr>
            <a:r>
              <a:t>Abstract</a:t>
            </a:r>
          </a:p>
          <a:p>
            <a:pPr lvl="1">
              <a:spcAft>
                <a:spcPts val="900"/>
              </a:spcAft>
              <a:defRPr sz="1500"/>
            </a:pPr>
            <a:r>
              <a:t>Organizations store large amounts of audit logs, compliance records, and important business data in cloud storage.</a:t>
            </a:r>
          </a:p>
          <a:p>
            <a:pPr lvl="1">
              <a:spcAft>
                <a:spcPts val="900"/>
              </a:spcAft>
              <a:defRPr sz="1500"/>
            </a:pPr>
            <a:r>
              <a:t>Object Replication automatically creates copies of blob data from a source storage account to a destination account in another region.</a:t>
            </a:r>
          </a:p>
          <a:p>
            <a:pPr lvl="1">
              <a:spcAft>
                <a:spcPts val="900"/>
              </a:spcAft>
              <a:defRPr sz="1500"/>
            </a:pPr>
            <a:r>
              <a:t>Replicated copies reduce data-loss risk and improve availability during regional outages or failures.</a:t>
            </a:r>
          </a:p>
          <a:p>
            <a:pPr lvl="1">
              <a:spcAft>
                <a:spcPts val="900"/>
              </a:spcAft>
              <a:defRPr sz="1500"/>
            </a:pPr>
            <a:r>
              <a:t>Monitoring helps ensure critical data is successfully copied.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Azure Services &amp;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Azure Services</a:t>
            </a:r>
          </a:p>
          <a:p>
            <a:pPr lvl="1">
              <a:spcAft>
                <a:spcPts val="900"/>
              </a:spcAft>
              <a:defRPr sz="1500"/>
            </a:pPr>
            <a:r>
              <a:t>Azure Storage Account</a:t>
            </a:r>
          </a:p>
          <a:p>
            <a:pPr lvl="1">
              <a:spcAft>
                <a:spcPts val="900"/>
              </a:spcAft>
              <a:defRPr sz="1500"/>
            </a:pPr>
            <a:r>
              <a:t>Azure Blob Storage</a:t>
            </a:r>
          </a:p>
          <a:p>
            <a:pPr lvl="1">
              <a:spcAft>
                <a:spcPts val="900"/>
              </a:spcAft>
              <a:defRPr sz="1500"/>
            </a:pPr>
            <a:r>
              <a:t>Azure Storage Object Replication</a:t>
            </a:r>
          </a:p>
          <a:p>
            <a:pPr lvl="1">
              <a:spcAft>
                <a:spcPts val="900"/>
              </a:spcAft>
              <a:defRPr sz="1500"/>
            </a:pPr>
            <a:r>
              <a:t>Azure Portal</a:t>
            </a:r>
          </a:p>
          <a:p>
            <a:pPr>
              <a:spcAft>
                <a:spcPts val="900"/>
              </a:spcAft>
              <a:defRPr sz="1700"/>
            </a:pPr>
            <a:r>
              <a:t>Objectives</a:t>
            </a:r>
          </a:p>
          <a:p>
            <a:pPr lvl="1">
              <a:spcAft>
                <a:spcPts val="900"/>
              </a:spcAft>
              <a:defRPr sz="1500"/>
            </a:pPr>
            <a:r>
              <a:t>Learn how Azure Storage Object Replication works.</a:t>
            </a:r>
          </a:p>
          <a:p>
            <a:pPr lvl="1">
              <a:spcAft>
                <a:spcPts val="900"/>
              </a:spcAft>
              <a:defRPr sz="1500"/>
            </a:pPr>
            <a:r>
              <a:t>Create two storage accounts: one for original files and one for copies.</a:t>
            </a:r>
          </a:p>
          <a:p>
            <a:pPr lvl="1">
              <a:spcAft>
                <a:spcPts val="900"/>
              </a:spcAft>
              <a:defRPr sz="1500"/>
            </a:pPr>
            <a:r>
              <a:t>Automatically copy blob files from one storage account to another.</a:t>
            </a:r>
          </a:p>
          <a:p>
            <a:pPr lvl="1">
              <a:spcAft>
                <a:spcPts val="900"/>
              </a:spcAft>
              <a:defRPr sz="1500"/>
            </a:pPr>
            <a:r>
              <a:t>Keep important data available if one region faces issues.</a:t>
            </a:r>
          </a:p>
          <a:p>
            <a:pPr lvl="1">
              <a:spcAft>
                <a:spcPts val="900"/>
              </a:spcAft>
              <a:defRPr sz="1500"/>
            </a:pPr>
            <a:r>
              <a:t>Improve data safety and support backup/recovery needs.</a:t>
            </a:r>
          </a:p>
          <a:p>
            <a:pPr lvl="1">
              <a:spcAft>
                <a:spcPts val="900"/>
              </a:spcAft>
              <a:defRPr sz="1500"/>
            </a:pPr>
            <a:r>
              <a:t>Check whether files are replicated successfully and gain hands-on Azure experience.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Technologies Used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234440"/>
          <a:ext cx="103327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Microsoft Azure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Cloud platform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Azure Blob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Store audit/compliance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Azure Object Replication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Replicate blobs between storage accounts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Blob Versioning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Maintain versions of blobs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Blob Change Feed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Track changes to blobs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Azure 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Monitoring and observability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Replication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Track replication 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Azure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0"/>
                      </a:pPr>
                      <a:r>
                        <a:t>Configuration and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/>
            </a:pPr>
            <a:r>
              <a:t>1. Financial Services</a:t>
            </a:r>
          </a:p>
          <a:p>
            <a:pPr lvl="1">
              <a:spcAft>
                <a:spcPts val="900"/>
              </a:spcAft>
              <a:defRPr sz="1500"/>
            </a:pPr>
            <a:r>
              <a:t>Transaction logs, login records, audit trails, and compliance reports can be replicated to a secondary account.</a:t>
            </a:r>
          </a:p>
          <a:p>
            <a:pPr>
              <a:spcAft>
                <a:spcPts val="900"/>
              </a:spcAft>
              <a:defRPr sz="1700"/>
            </a:pPr>
            <a:r>
              <a:t>2. Healthcare</a:t>
            </a:r>
          </a:p>
          <a:p>
            <a:pPr lvl="1">
              <a:spcAft>
                <a:spcPts val="900"/>
              </a:spcAft>
              <a:defRPr sz="1500"/>
            </a:pPr>
            <a:r>
              <a:t>Secondary copies support data availability, disaster recovery, and compliance data management.</a:t>
            </a:r>
          </a:p>
          <a:p>
            <a:pPr lvl="1">
              <a:spcAft>
                <a:spcPts val="900"/>
              </a:spcAft>
              <a:defRPr sz="1500"/>
            </a:pPr>
            <a:r>
              <a:t>Regions and retention policies must follow applicable healthcare and data-protection requirements.</a:t>
            </a:r>
          </a:p>
          <a:p>
            <a:pPr>
              <a:spcAft>
                <a:spcPts val="900"/>
              </a:spcAft>
              <a:defRPr sz="1700"/>
            </a:pPr>
            <a:r>
              <a:t>3. Government Applications</a:t>
            </a:r>
          </a:p>
          <a:p>
            <a:pPr lvl="1">
              <a:spcAft>
                <a:spcPts val="900"/>
              </a:spcAft>
              <a:defRPr sz="1500"/>
            </a:pPr>
            <a:r>
              <a:t>Geographically controlled copies can be maintained in approved Azure regions.</a:t>
            </a:r>
          </a:p>
          <a:p>
            <a:pPr>
              <a:spcAft>
                <a:spcPts val="900"/>
              </a:spcAft>
              <a:defRPr sz="1700"/>
            </a:pPr>
            <a:r>
              <a:t>4. E-Commerce</a:t>
            </a:r>
          </a:p>
          <a:p>
            <a:pPr lvl="1">
              <a:spcAft>
                <a:spcPts val="900"/>
              </a:spcAft>
              <a:defRPr sz="1500"/>
            </a:pPr>
            <a:r>
              <a:t>Order logs, payment audit logs, user activity, and transaction records can be replicated.</a:t>
            </a:r>
          </a:p>
          <a:p>
            <a:pPr>
              <a:spcAft>
                <a:spcPts val="900"/>
              </a:spcAft>
              <a:defRPr sz="1700"/>
            </a:pPr>
            <a:r>
              <a:t>5. Enterprise Applications</a:t>
            </a:r>
          </a:p>
          <a:p>
            <a:pPr lvl="1">
              <a:spcAft>
                <a:spcPts val="900"/>
              </a:spcAft>
              <a:defRPr sz="1500"/>
            </a:pPr>
            <a:r>
              <a:t>Useful for application audit logs, security logs, system activity records, and compliance documents.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Automatic Replication — New eligible blobs can be asynchronously replicated to the destination container.</a:t>
            </a:r>
          </a:p>
          <a:p>
            <a:pPr>
              <a:spcAft>
                <a:spcPts val="900"/>
              </a:spcAft>
              <a:defRPr sz="1900"/>
            </a:pPr>
            <a:r>
              <a:t>Regional Copy — The destination account can be placed in another Azure region based on organizational requirements.</a:t>
            </a:r>
          </a:p>
          <a:p>
            <a:pPr>
              <a:spcAft>
                <a:spcPts val="900"/>
              </a:spcAft>
              <a:defRPr sz="1900"/>
            </a:pPr>
            <a:r>
              <a:t>Versioning — Blob versioning helps maintain previous versions when supported by the configured workflow.</a:t>
            </a:r>
          </a:p>
          <a:p>
            <a:pPr>
              <a:spcAft>
                <a:spcPts val="900"/>
              </a:spcAft>
              <a:defRPr sz="1900"/>
            </a:pPr>
            <a:r>
              <a:t>Monitoring — Replication metrics provide visibility into replication activity and pending replication.</a:t>
            </a:r>
          </a:p>
          <a:p>
            <a:pPr>
              <a:spcAft>
                <a:spcPts val="900"/>
              </a:spcAft>
              <a:defRPr sz="1900"/>
            </a:pPr>
            <a:r>
              <a:t>Private Storage — Containers can remain private rather than publicly accessible.</a:t>
            </a:r>
          </a:p>
          <a:p>
            <a:pPr>
              <a:spcAft>
                <a:spcPts val="900"/>
              </a:spcAft>
              <a:defRPr sz="1900"/>
            </a:pPr>
            <a:r>
              <a:t>Scalable — Azure Blob Storage can handle large quantities of unstructured data without traditional storage infrastructure.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Architecture &amp; Advantages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08760"/>
            <a:ext cx="18288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Audit File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423160" y="1719072"/>
            <a:ext cx="59436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0" y="1508760"/>
            <a:ext cx="18288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Primary Blob Storage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617720" y="1719072"/>
            <a:ext cx="59436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0" y="1508760"/>
            <a:ext cx="18288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Object Replication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903720" y="1719072"/>
            <a:ext cx="59436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0" y="1508760"/>
            <a:ext cx="18288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Secondary Blob Storage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89720" y="1719072"/>
            <a:ext cx="594360" cy="411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46920" y="1508760"/>
            <a:ext cx="18288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/>
            </a:pPr>
            <a:r>
              <a:t>Compliance Copy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/>
            </a:pPr>
            <a:r>
              <a:t>Advantages</a:t>
            </a:r>
          </a:p>
          <a:p>
            <a:pPr lvl="1">
              <a:spcAft>
                <a:spcPts val="900"/>
              </a:spcAft>
              <a:defRPr sz="1400"/>
            </a:pPr>
            <a:r>
              <a:t>Improved data availability</a:t>
            </a:r>
          </a:p>
          <a:p>
            <a:pPr lvl="1">
              <a:spcAft>
                <a:spcPts val="900"/>
              </a:spcAft>
              <a:defRPr sz="1400"/>
            </a:pPr>
            <a:r>
              <a:t>Geographically separated copies</a:t>
            </a:r>
          </a:p>
          <a:p>
            <a:pPr lvl="1">
              <a:spcAft>
                <a:spcPts val="900"/>
              </a:spcAft>
              <a:defRPr sz="1400"/>
            </a:pPr>
            <a:r>
              <a:t>Automated replication</a:t>
            </a:r>
          </a:p>
          <a:p>
            <a:pPr lvl="1">
              <a:spcAft>
                <a:spcPts val="900"/>
              </a:spcAft>
              <a:defRPr sz="1400"/>
            </a:pPr>
            <a:r>
              <a:t>Cloud scalability</a:t>
            </a:r>
          </a:p>
          <a:p>
            <a:pPr lvl="1">
              <a:spcAft>
                <a:spcPts val="900"/>
              </a:spcAft>
              <a:defRPr sz="1400"/>
            </a:pPr>
            <a:r>
              <a:t>Reduced manual copying</a:t>
            </a:r>
          </a:p>
          <a:p>
            <a:pPr lvl="1">
              <a:spcAft>
                <a:spcPts val="900"/>
              </a:spcAft>
              <a:defRPr sz="1400"/>
            </a:pPr>
            <a:r>
              <a:t>Monitoring capabilities</a:t>
            </a:r>
          </a:p>
          <a:p>
            <a:pPr lvl="1">
              <a:spcAft>
                <a:spcPts val="900"/>
              </a:spcAft>
              <a:defRPr sz="1400"/>
            </a:pPr>
            <a:r>
              <a:t>Supports compliance-oriented architectures</a:t>
            </a:r>
          </a:p>
          <a:p>
            <a:pPr lvl="1">
              <a:spcAft>
                <a:spcPts val="900"/>
              </a:spcAft>
              <a:defRPr sz="1400"/>
            </a:pPr>
            <a:r>
              <a:t>Useful for disaster-recovery scenarios</a:t>
            </a:r>
          </a:p>
          <a:p>
            <a:pPr lvl="1">
              <a:spcAft>
                <a:spcPts val="900"/>
              </a:spcAft>
              <a:defRPr sz="1400"/>
            </a:pPr>
            <a:r>
              <a:t>Pay-as-you-use Azure storage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/>
            </a:pPr>
            <a:r>
              <a:t>Real-time compliance dashboard</a:t>
            </a:r>
          </a:p>
          <a:p>
            <a:pPr>
              <a:spcAft>
                <a:spcPts val="900"/>
              </a:spcAft>
              <a:defRPr sz="2000"/>
            </a:pPr>
            <a:r>
              <a:t>Email / Teams alerts</a:t>
            </a:r>
          </a:p>
          <a:p>
            <a:pPr>
              <a:spcAft>
                <a:spcPts val="900"/>
              </a:spcAft>
              <a:defRPr sz="2000"/>
            </a:pPr>
            <a:r>
              <a:t>Automated replication health reports</a:t>
            </a:r>
          </a:p>
          <a:p>
            <a:pPr>
              <a:spcAft>
                <a:spcPts val="900"/>
              </a:spcAft>
              <a:defRPr sz="2000"/>
            </a:pPr>
            <a:r>
              <a:t>Azure Functions for automated workflows</a:t>
            </a:r>
          </a:p>
          <a:p>
            <a:pPr>
              <a:spcAft>
                <a:spcPts val="900"/>
              </a:spcAft>
              <a:defRPr sz="2000"/>
            </a:pPr>
            <a:r>
              <a:t>Power BI visualization</a:t>
            </a:r>
          </a:p>
          <a:p>
            <a:pPr>
              <a:spcAft>
                <a:spcPts val="900"/>
              </a:spcAft>
              <a:defRPr sz="2000"/>
            </a:pPr>
            <a:r>
              <a:t>Automated backfill for historical audit data</a:t>
            </a:r>
          </a:p>
          <a:p>
            <a:pPr>
              <a:spcAft>
                <a:spcPts val="900"/>
              </a:spcAft>
              <a:defRPr sz="2000"/>
            </a:pPr>
            <a:r>
              <a:t>Role-Based Access Control (RBAC)</a:t>
            </a:r>
          </a:p>
          <a:p>
            <a:pPr>
              <a:spcAft>
                <a:spcPts val="900"/>
              </a:spcAft>
              <a:defRPr sz="2000"/>
            </a:pPr>
            <a:r>
              <a:t>Advanced retention policies</a:t>
            </a:r>
          </a:p>
          <a:p>
            <a:pPr>
              <a:spcAft>
                <a:spcPts val="900"/>
              </a:spcAft>
              <a:defRPr sz="2000"/>
            </a:pPr>
            <a:r>
              <a:t>Immutable / WORM storage for applicable compliance scenarios</a:t>
            </a:r>
          </a:p>
          <a:p>
            <a:pPr>
              <a:spcAft>
                <a:spcPts val="900"/>
              </a:spcAft>
              <a:defRPr sz="2000"/>
            </a:pPr>
            <a:r>
              <a:t>Integration with enterprise logging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Expected Outcome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Audit File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70632" y="2267712"/>
            <a:ext cx="438912" cy="3840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331720" y="201168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Primary Blob Storage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87952" y="2267712"/>
            <a:ext cx="438912" cy="3840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51960" y="201168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Object Replication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08192" y="2267712"/>
            <a:ext cx="438912" cy="3840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Secondary Blob Storage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28431" y="2267712"/>
            <a:ext cx="438912" cy="3840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83879" y="201168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Compliance Copy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862" y="3710152"/>
            <a:ext cx="10879258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r>
              <a:rPr dirty="0"/>
              <a:t>The expected outcome is a working Azure-based architecture that automatically maintains a secondary compliance copy of important audit files.</a:t>
            </a:r>
          </a:p>
          <a:p>
            <a:pPr algn="ctr">
              <a:defRPr sz="1900"/>
            </a:pPr>
            <a:r>
              <a:rPr dirty="0"/>
              <a:t>This supports data availability, protection, monitoring, and disaster-recovery needs.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93" y="650240"/>
            <a:ext cx="5368424" cy="503935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320" y="362546"/>
            <a:ext cx="5090160" cy="596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12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11" y="914400"/>
            <a:ext cx="5445149" cy="52019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280" y="445422"/>
            <a:ext cx="6045200" cy="640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75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/>
            </a:pPr>
            <a:r>
              <a:t>Azure Storage Object Replication provides an automated way to maintain copies of important blob data.</a:t>
            </a:r>
          </a:p>
          <a:p>
            <a:pPr>
              <a:spcAft>
                <a:spcPts val="900"/>
              </a:spcAft>
              <a:defRPr sz="2200"/>
            </a:pPr>
            <a:r>
              <a:t>Using separate storage accounts and regions helps reduce the risk associated with regional failures.</a:t>
            </a:r>
          </a:p>
          <a:p>
            <a:pPr>
              <a:spcAft>
                <a:spcPts val="900"/>
              </a:spcAft>
              <a:defRPr sz="2200"/>
            </a:pPr>
            <a:r>
              <a:t>The approach supports compliance-oriented data protection, availability, monitoring, and disaster recovery.</a:t>
            </a:r>
          </a:p>
          <a:p>
            <a:pPr>
              <a:spcAft>
                <a:spcPts val="900"/>
              </a:spcAft>
              <a:defRPr sz="2200"/>
            </a:pPr>
            <a:r>
              <a:t>The architecture can be extended with dashboards, alerts, automation, RBAC, retention controls, and enterprise integrations.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743</Words>
  <Application>Microsoft Office PowerPoint</Application>
  <PresentationFormat>Widescreen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Srihitha Chowdary</dc:creator>
  <cp:keywords/>
  <dc:description>generated using python-pptx</dc:description>
  <cp:lastModifiedBy>dell</cp:lastModifiedBy>
  <cp:revision>3</cp:revision>
  <dcterms:created xsi:type="dcterms:W3CDTF">2013-01-27T09:14:16Z</dcterms:created>
  <dcterms:modified xsi:type="dcterms:W3CDTF">2026-09-27T05:16:54Z</dcterms:modified>
  <cp:category/>
</cp:coreProperties>
</file>